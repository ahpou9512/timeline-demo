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F1767-BFCC-4F4B-97B2-446BDE02F9D8}" v="16" dt="2026-05-27T12:04:10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8265-5F5B-08D0-B342-5DDB2D914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5DE68-F973-1A48-23B7-862C75216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E7C8-6A19-9E81-BAFB-F0CA5CBF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C0527-F69C-CD82-1CBB-40FFF8AD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215BB-CAD2-BD72-CC60-72C8047D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76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2AFD-01D8-3F62-36AC-9886099B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1C9E5-3E5D-4423-5FE1-538B579C4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464C-7B9A-4292-022F-AD5017C1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64BA-992A-AD23-FBE6-95B05881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60DEA-C59D-75BC-109F-07E2A31F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8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A2E2-D9AE-8956-FD35-72F29A36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69E83-7461-053A-1E06-5AFB85CBB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24B3-290F-DB48-EF6D-7BFD2F63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BAE71-FDEB-5B8B-1728-E7D01A75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C2BD5-4295-5591-FA61-E80252E7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93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1F50-01E3-B4A3-3ED9-993E28FF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63ED-D753-C7A4-B898-E4B02F0A9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A149E-ABFE-64F7-8C34-06CD56893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5C344-A26A-D7BB-97ED-8DD3362D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C6283-4B34-B26B-91B9-116E62F5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BB7F-0B12-EAEE-8A50-0C4DCF15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43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F41D-7E2D-F6FB-D5B8-26B75CB3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23235-2B29-CDBA-F06F-F9CA3F66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78672-8D8F-AC37-394E-B9A9F4AE4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8C2F58-B0E1-1C97-E4A0-14E58CE18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89B2E-A642-F4DC-E5C1-AAA4BE8BD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00ACC-A6FD-38BA-0553-7B602117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9BB8A-BBD2-A1DE-BFCF-A0FC2E3A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CB0F3-1861-7914-E540-FDD5A260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1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52E9-7BCE-59A9-0EDD-8DAB01CC9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57523-0945-0424-E5CA-536F820B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7D895-43F1-75B0-2A78-0FF0707B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94756-B703-D2BB-9972-6FED34A5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7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C2C4E-70C7-B189-31A1-8EDB0D22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87C12-C71E-57C4-4A5C-014A53B7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65290-DF8C-1C54-E4A6-D9AF714D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1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A63B-546D-D3DC-CE54-9BC2779D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277F-C74B-CFFE-776E-F583FE95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C4DE8-EAE1-31CF-483A-F44BD0D55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9762F-6C7D-7E4A-6EC1-C2364176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812A3-3FD6-105A-F7BC-97C75AC1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6EE02-4C0A-FBCA-B1FA-A772AFE0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1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1633F-6217-D82E-D841-45FC0FC5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02AC0-EF7D-DCBD-FF4F-F8AE8FA0B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CA203-75E3-F7E8-8C90-BC5D5A8E6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28477-2D1D-F5FF-F8AF-B339C1D6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B477F-A46C-8C2F-B68F-4658B40D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D6DCD-8307-CDEE-97B1-8E96A85F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780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2F95-7029-655D-565C-729311A1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4F006-789E-F786-30FF-CF1D1D716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8F60-5AE6-C68B-025D-2492800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08B7B-0319-E38C-3167-B24FDB2B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1D9E-05BF-2B3C-01A5-72F1C4E4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46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C87AA-F2DD-2FFC-973B-407D5F2FD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68D9B-CFA4-211F-6B48-780A8B44B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DC2D9-5EB3-2165-A6EA-9C2450A4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13BA-7063-A2B3-A855-CCD1A7BB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2673-167F-F36B-0211-9471EE9C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60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42FB6A-E306-3C51-F653-05A628A7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2875B-D912-83F1-EFC4-90A97FAF2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2E8E8-9C4C-B858-9834-FDD7387DA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49F80-B596-4672-88FC-900DC81FE52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3CA65-1228-D735-9B39-93BF11D7A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751F8-DB2B-6D3B-8777-260613CA8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95801-9FF9-4FD7-BB86-F2B58264769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3FC57-AE24-703A-54DE-A50B5DED22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10255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7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778189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2802-237C-65AD-A457-5D8BEEAE1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276224"/>
            <a:ext cx="9144000" cy="881063"/>
          </a:xfrm>
        </p:spPr>
        <p:txBody>
          <a:bodyPr>
            <a:normAutofit fontScale="90000"/>
          </a:bodyPr>
          <a:lstStyle/>
          <a:p>
            <a:r>
              <a:rPr lang="en-IN" dirty="0"/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5879B-C6C7-6811-4E65-F765FFC0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522927"/>
            <a:ext cx="7315200" cy="381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4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9F3743-5DC7-F56A-4055-ADD381F6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820"/>
            <a:ext cx="12192000" cy="584504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23CF92-0FDB-F438-0517-8C6063EF0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11325"/>
            <a:ext cx="10515600" cy="4351338"/>
          </a:xfrm>
        </p:spPr>
        <p:txBody>
          <a:bodyPr/>
          <a:lstStyle/>
          <a:p>
            <a:r>
              <a:rPr lang="en-IN" dirty="0"/>
              <a:t>Top Header with Dell Learning and Boeing Logo</a:t>
            </a:r>
          </a:p>
          <a:p>
            <a:pPr lvl="1"/>
            <a:r>
              <a:rPr lang="en-IN" dirty="0"/>
              <a:t>Home Link</a:t>
            </a:r>
          </a:p>
          <a:p>
            <a:pPr lvl="1"/>
            <a:r>
              <a:rPr lang="en-IN" dirty="0"/>
              <a:t>Support Link</a:t>
            </a:r>
          </a:p>
          <a:p>
            <a:pPr lvl="1"/>
            <a:r>
              <a:rPr lang="en-IN" dirty="0"/>
              <a:t>Login icon</a:t>
            </a:r>
          </a:p>
        </p:txBody>
      </p:sp>
    </p:spTree>
    <p:extLst>
      <p:ext uri="{BB962C8B-B14F-4D97-AF65-F5344CB8AC3E}">
        <p14:creationId xmlns:p14="http://schemas.microsoft.com/office/powerpoint/2010/main" val="186431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89E4C-E3D7-08AD-85FE-09BE7DB1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8536DA-4444-9821-60F6-FCE5F3B5F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49" y="4462462"/>
            <a:ext cx="11820525" cy="2090738"/>
          </a:xfrm>
        </p:spPr>
        <p:txBody>
          <a:bodyPr/>
          <a:lstStyle/>
          <a:p>
            <a:r>
              <a:rPr lang="en-IN" dirty="0"/>
              <a:t>Video Carousal Component with Text</a:t>
            </a:r>
          </a:p>
          <a:p>
            <a:pPr lvl="1"/>
            <a:r>
              <a:rPr lang="en-IN" dirty="0"/>
              <a:t>Video carousal Component build</a:t>
            </a:r>
          </a:p>
          <a:p>
            <a:pPr lvl="1"/>
            <a:r>
              <a:rPr lang="en-IN" dirty="0"/>
              <a:t>Videos</a:t>
            </a:r>
          </a:p>
          <a:p>
            <a:pPr lvl="1"/>
            <a:r>
              <a:rPr lang="en-IN" dirty="0"/>
              <a:t>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6397B2-F484-492A-C86D-7472974D5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28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9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FB513-56C9-72E1-1C28-DC884BF8C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49"/>
            <a:ext cx="10515600" cy="2271713"/>
          </a:xfrm>
        </p:spPr>
        <p:txBody>
          <a:bodyPr/>
          <a:lstStyle/>
          <a:p>
            <a:r>
              <a:rPr lang="en-IN" dirty="0"/>
              <a:t>Text Component</a:t>
            </a:r>
          </a:p>
          <a:p>
            <a:pPr lvl="1"/>
            <a:r>
              <a:rPr lang="en-IN" dirty="0"/>
              <a:t>Existing component</a:t>
            </a:r>
          </a:p>
          <a:p>
            <a:pPr lvl="1"/>
            <a:r>
              <a:rPr lang="en-IN" dirty="0"/>
              <a:t>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3B6F1-51BC-3720-3323-F3F14664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784"/>
            <a:ext cx="12192000" cy="193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3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372B-326A-28F3-BA18-F77BF089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D1BC-731F-E5AF-E4CB-8DD7AA64E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49"/>
            <a:ext cx="10515600" cy="2271713"/>
          </a:xfrm>
        </p:spPr>
        <p:txBody>
          <a:bodyPr/>
          <a:lstStyle/>
          <a:p>
            <a:r>
              <a:rPr lang="en-IN" dirty="0"/>
              <a:t>Generic Component</a:t>
            </a:r>
          </a:p>
          <a:p>
            <a:pPr lvl="1"/>
            <a:r>
              <a:rPr lang="en-IN" dirty="0"/>
              <a:t>Icon</a:t>
            </a:r>
          </a:p>
          <a:p>
            <a:pPr lvl="1"/>
            <a:r>
              <a:rPr lang="en-IN" dirty="0"/>
              <a:t>Text</a:t>
            </a:r>
          </a:p>
          <a:p>
            <a:pPr lvl="1"/>
            <a:r>
              <a:rPr lang="en-IN" dirty="0"/>
              <a:t>Link to the course landing page</a:t>
            </a:r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A2B0A-D095-9449-88E9-743D9E08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48"/>
            <a:ext cx="12192000" cy="333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7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8647-BFEA-1319-9DF0-906A54A2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7B75F-384D-70B2-9793-DD0FD80A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214613"/>
            <a:ext cx="4371975" cy="4613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Tab component</a:t>
            </a:r>
          </a:p>
          <a:p>
            <a:pPr lvl="1"/>
            <a:r>
              <a:rPr lang="en-IN" dirty="0"/>
              <a:t>Text component</a:t>
            </a:r>
          </a:p>
          <a:p>
            <a:pPr lvl="1"/>
            <a:r>
              <a:rPr lang="en-IN" dirty="0"/>
              <a:t>Tab component with each tab containing</a:t>
            </a:r>
          </a:p>
          <a:p>
            <a:pPr lvl="2"/>
            <a:r>
              <a:rPr lang="en-IN" dirty="0"/>
              <a:t>Course Details card </a:t>
            </a:r>
          </a:p>
          <a:p>
            <a:pPr lvl="2"/>
            <a:r>
              <a:rPr lang="en-IN" dirty="0"/>
              <a:t>Lesson details</a:t>
            </a:r>
          </a:p>
          <a:p>
            <a:pPr lvl="2"/>
            <a:r>
              <a:rPr lang="en-IN" dirty="0"/>
              <a:t>Hours</a:t>
            </a:r>
          </a:p>
          <a:p>
            <a:pPr lvl="2"/>
            <a:r>
              <a:rPr lang="en-IN" dirty="0"/>
              <a:t>Link to course landing page</a:t>
            </a:r>
          </a:p>
          <a:p>
            <a:pPr lvl="2"/>
            <a:endParaRPr lang="en-IN" dirty="0"/>
          </a:p>
          <a:p>
            <a:pPr lvl="1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1675FF-91E8-A32C-DDAF-8CE98B62A31E}"/>
              </a:ext>
            </a:extLst>
          </p:cNvPr>
          <p:cNvGrpSpPr/>
          <p:nvPr/>
        </p:nvGrpSpPr>
        <p:grpSpPr>
          <a:xfrm>
            <a:off x="5095064" y="525118"/>
            <a:ext cx="6992161" cy="5283888"/>
            <a:chOff x="5068250" y="1089173"/>
            <a:chExt cx="6992161" cy="52838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FA62A1-A40A-1F0E-855A-6099DF8AA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8250" y="1914525"/>
              <a:ext cx="6599875" cy="445853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A39DDC6-06A3-4F10-525A-2ECD2AE5F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8250" y="1089173"/>
              <a:ext cx="6992161" cy="670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779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F1CC-F5A4-C8B8-5A70-B398729B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2F668-5A84-1BD0-BA35-91EE3160E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49"/>
            <a:ext cx="10515600" cy="2271713"/>
          </a:xfrm>
        </p:spPr>
        <p:txBody>
          <a:bodyPr/>
          <a:lstStyle/>
          <a:p>
            <a:r>
              <a:rPr lang="en-IN" dirty="0"/>
              <a:t>Footer</a:t>
            </a:r>
          </a:p>
          <a:p>
            <a:pPr lvl="1"/>
            <a:r>
              <a:rPr lang="en-IN" dirty="0"/>
              <a:t>Dell learning and Boeing Logo images</a:t>
            </a:r>
          </a:p>
          <a:p>
            <a:pPr lvl="1"/>
            <a:r>
              <a:rPr lang="en-IN" dirty="0"/>
              <a:t>Linked</a:t>
            </a:r>
          </a:p>
          <a:p>
            <a:pPr lvl="1"/>
            <a:r>
              <a:rPr lang="en-IN" dirty="0"/>
              <a:t>Pages for the links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0D0C8-955C-BFA5-6B9B-F90E0CB51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82276"/>
            <a:ext cx="12192000" cy="10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0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1617-0F8D-5755-A9D7-74F8917B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80D7-6C58-41B9-995D-103AAC65D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276224"/>
            <a:ext cx="9144000" cy="881063"/>
          </a:xfrm>
        </p:spPr>
        <p:txBody>
          <a:bodyPr>
            <a:normAutofit fontScale="90000"/>
          </a:bodyPr>
          <a:lstStyle/>
          <a:p>
            <a:r>
              <a:rPr lang="en-IN" dirty="0"/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F9753-E399-803C-2A89-F5E0B4C3F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898" y="1441222"/>
            <a:ext cx="7748753" cy="43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7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71EBB-CBAA-03A3-8B33-21CBA053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0C0C2-9FE3-DD64-C39B-DC0E717ED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49"/>
            <a:ext cx="10515600" cy="22717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Search Component – existing</a:t>
            </a:r>
          </a:p>
          <a:p>
            <a:pPr lvl="1"/>
            <a:r>
              <a:rPr lang="en-IN" dirty="0"/>
              <a:t>Need to modify the CSS for the rounded edges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DB593-9356-7434-870C-96D5CCCE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140710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2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A14D-A3E7-ECC5-5E26-55D62519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FD814-4AB5-3529-9837-C2625BD61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49"/>
            <a:ext cx="10515600" cy="22717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User profile Display with rounded edge light background</a:t>
            </a:r>
          </a:p>
          <a:p>
            <a:pPr lvl="1"/>
            <a:r>
              <a:rPr lang="en-IN" dirty="0"/>
              <a:t>Image- Avatar</a:t>
            </a:r>
          </a:p>
          <a:p>
            <a:pPr lvl="1"/>
            <a:r>
              <a:rPr lang="en-IN" dirty="0"/>
              <a:t>Name</a:t>
            </a:r>
          </a:p>
          <a:p>
            <a:pPr lvl="1"/>
            <a:r>
              <a:rPr lang="en-IN" dirty="0"/>
              <a:t>Title</a:t>
            </a:r>
          </a:p>
          <a:p>
            <a:pPr marL="0" indent="0">
              <a:buNone/>
            </a:pPr>
            <a:r>
              <a:rPr lang="en-IN" dirty="0"/>
              <a:t>Data source from Boeing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145AF-0748-365D-E89F-58401B7E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50" y="395225"/>
            <a:ext cx="503942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4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22C3-AF17-8B1C-45F6-FCDC0242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27F7-902F-4BF9-E341-6CF04574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873" y="3267940"/>
            <a:ext cx="10515600" cy="2271713"/>
          </a:xfrm>
        </p:spPr>
        <p:txBody>
          <a:bodyPr/>
          <a:lstStyle/>
          <a:p>
            <a:r>
              <a:rPr lang="en-IN" dirty="0"/>
              <a:t>Text Component</a:t>
            </a:r>
          </a:p>
          <a:p>
            <a:pPr lvl="1"/>
            <a:r>
              <a:rPr lang="en-IN" dirty="0"/>
              <a:t>Dynamic “name” field</a:t>
            </a:r>
          </a:p>
          <a:p>
            <a:pPr lvl="1"/>
            <a:r>
              <a:rPr lang="en-IN" dirty="0"/>
              <a:t>Background image with rounded edge</a:t>
            </a:r>
          </a:p>
          <a:p>
            <a:pPr lvl="1"/>
            <a:r>
              <a:rPr lang="en-IN" dirty="0"/>
              <a:t>Text to display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EBD4E-8719-B750-E052-190A574A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91" y="161745"/>
            <a:ext cx="11584017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2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4F19-E962-416B-A0B9-0724F692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87BD-99A2-717D-F995-A4F43D99B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151"/>
            <a:ext cx="5257800" cy="5738812"/>
          </a:xfrm>
        </p:spPr>
        <p:txBody>
          <a:bodyPr/>
          <a:lstStyle/>
          <a:p>
            <a:r>
              <a:rPr lang="en-IN" dirty="0"/>
              <a:t>Card Component with dynamic data</a:t>
            </a:r>
          </a:p>
          <a:p>
            <a:pPr lvl="1"/>
            <a:r>
              <a:rPr lang="en-IN" dirty="0"/>
              <a:t>Small completion icon</a:t>
            </a:r>
          </a:p>
          <a:p>
            <a:pPr lvl="1"/>
            <a:r>
              <a:rPr lang="en-IN" dirty="0"/>
              <a:t>Round edge border - CSS</a:t>
            </a:r>
          </a:p>
          <a:p>
            <a:pPr lvl="1"/>
            <a:r>
              <a:rPr lang="en-IN" dirty="0"/>
              <a:t>Completion status with overall completion calculations</a:t>
            </a:r>
          </a:p>
          <a:p>
            <a:pPr lvl="1"/>
            <a:r>
              <a:rPr lang="en-IN" dirty="0"/>
              <a:t>Mandatory training count completed vs Assigned</a:t>
            </a:r>
          </a:p>
          <a:p>
            <a:pPr lvl="1"/>
            <a:r>
              <a:rPr lang="en-IN" dirty="0"/>
              <a:t>Role based training count completed vs Assigned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A54B9-4F42-24D8-2378-CBA576F99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24" y="94862"/>
            <a:ext cx="5563376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93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9CDD8-6B9A-AEC4-41A6-3F826F8B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22479-4176-7561-A26C-9C77DEB3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905249"/>
            <a:ext cx="10928927" cy="22276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dirty="0"/>
              <a:t>Card Components with Rounded edge background and small Icons</a:t>
            </a:r>
          </a:p>
          <a:p>
            <a:r>
              <a:rPr lang="en-IN" sz="2400" dirty="0"/>
              <a:t>Active Courses – Total # from LMS, Comparison # from the last week </a:t>
            </a:r>
          </a:p>
          <a:p>
            <a:r>
              <a:rPr lang="en-IN" sz="2400" dirty="0"/>
              <a:t>Completed Courses – Total # from LMS, Comparison # from the last week </a:t>
            </a:r>
          </a:p>
          <a:p>
            <a:r>
              <a:rPr lang="en-IN" sz="2400" dirty="0"/>
              <a:t>Scheduled Exams – Total # from the Alpine data, Comparison # from the last week </a:t>
            </a:r>
          </a:p>
          <a:p>
            <a:r>
              <a:rPr lang="en-IN" sz="2400" dirty="0"/>
              <a:t>Earned Badges – Total badges# from Alpine data, Comparison # from the last week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9712A-7EFC-6418-3E2C-FC6E2E54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314123"/>
            <a:ext cx="1166022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9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5E2C-8A0F-A4A2-E1D5-64392EFD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A8AC-A376-CB1B-6EAF-7E6FE897F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4024312"/>
            <a:ext cx="10515600" cy="227171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My Dashboard</a:t>
            </a:r>
          </a:p>
          <a:p>
            <a:pPr lvl="1"/>
            <a:r>
              <a:rPr lang="en-IN" dirty="0"/>
              <a:t>Tab component</a:t>
            </a:r>
          </a:p>
          <a:p>
            <a:pPr lvl="1"/>
            <a:r>
              <a:rPr lang="en-IN" dirty="0"/>
              <a:t>View all Link</a:t>
            </a:r>
          </a:p>
          <a:p>
            <a:pPr lvl="1"/>
            <a:r>
              <a:rPr lang="en-IN" dirty="0"/>
              <a:t>In Progress Course Tab</a:t>
            </a:r>
          </a:p>
          <a:p>
            <a:pPr lvl="2"/>
            <a:r>
              <a:rPr lang="en-IN" dirty="0"/>
              <a:t>Course ID, Course Name, Domain Name, % completion, # hours left over total numbers, Course landing page link/button</a:t>
            </a:r>
          </a:p>
          <a:p>
            <a:pPr lvl="1"/>
            <a:r>
              <a:rPr lang="en-IN" dirty="0"/>
              <a:t>Completed Course Tab</a:t>
            </a:r>
          </a:p>
          <a:p>
            <a:pPr lvl="2"/>
            <a:r>
              <a:rPr lang="en-IN" dirty="0"/>
              <a:t>Course ID, Course Name, Domain Name, Completion status, Course landing page link/button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04C97-71F1-E858-6E58-CE5F9D00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8848725" cy="374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95799-A538-5310-5DE3-742001CB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B4EC-FC51-D315-EA62-B910A62B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4280249"/>
            <a:ext cx="10515600" cy="22717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Learning path image and text Card</a:t>
            </a:r>
          </a:p>
          <a:p>
            <a:r>
              <a:rPr lang="en-IN" dirty="0"/>
              <a:t>Course name and Brief summary</a:t>
            </a:r>
          </a:p>
          <a:p>
            <a:r>
              <a:rPr lang="en-IN" dirty="0"/>
              <a:t>Dynamic component- Lessons and # of hours</a:t>
            </a:r>
          </a:p>
          <a:p>
            <a:r>
              <a:rPr lang="en-IN" dirty="0"/>
              <a:t>Course landing page 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9BEEB-545E-B505-EF1C-C0B8A9FF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0"/>
            <a:ext cx="12192000" cy="428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9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A5D5-AEF2-FB52-7D0A-E8D63CB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4CA2B-4F0F-8C24-D206-EC466BCE7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4381499"/>
            <a:ext cx="10515600" cy="2271713"/>
          </a:xfrm>
        </p:spPr>
        <p:txBody>
          <a:bodyPr/>
          <a:lstStyle/>
          <a:p>
            <a:r>
              <a:rPr lang="en-IN" dirty="0"/>
              <a:t>My Certification card component</a:t>
            </a:r>
          </a:p>
          <a:p>
            <a:pPr lvl="1"/>
            <a:r>
              <a:rPr lang="en-IN" dirty="0"/>
              <a:t>Card image – rounded edge</a:t>
            </a:r>
          </a:p>
          <a:p>
            <a:pPr lvl="1"/>
            <a:r>
              <a:rPr lang="en-IN" dirty="0"/>
              <a:t>Text</a:t>
            </a:r>
          </a:p>
          <a:p>
            <a:pPr lvl="1"/>
            <a:r>
              <a:rPr lang="en-IN" dirty="0"/>
              <a:t>Link to Certification page (External?)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7B20A-821A-A43A-3C0F-ECACA522E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98861"/>
            <a:ext cx="12192000" cy="39742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7E6AD-CE9B-ED7E-65F4-8EFD162C5507}"/>
              </a:ext>
            </a:extLst>
          </p:cNvPr>
          <p:cNvSpPr/>
          <p:nvPr/>
        </p:nvSpPr>
        <p:spPr>
          <a:xfrm>
            <a:off x="4105275" y="142875"/>
            <a:ext cx="8172450" cy="3905250"/>
          </a:xfrm>
          <a:prstGeom prst="rect">
            <a:avLst/>
          </a:prstGeom>
          <a:solidFill>
            <a:schemeClr val="bg2">
              <a:lumMod val="50000"/>
              <a:alpha val="8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727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F25E-FDF6-A54D-A71B-A951BAAC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F380-F02A-C59F-DD97-4D030208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4381499"/>
            <a:ext cx="10515600" cy="2271713"/>
          </a:xfrm>
        </p:spPr>
        <p:txBody>
          <a:bodyPr/>
          <a:lstStyle/>
          <a:p>
            <a:r>
              <a:rPr lang="en-IN" dirty="0"/>
              <a:t>Resume current Module</a:t>
            </a:r>
          </a:p>
          <a:p>
            <a:pPr lvl="1"/>
            <a:r>
              <a:rPr lang="en-IN" dirty="0"/>
              <a:t>Dynamic component</a:t>
            </a:r>
          </a:p>
          <a:p>
            <a:pPr lvl="2"/>
            <a:r>
              <a:rPr lang="en-IN" dirty="0"/>
              <a:t>Name of the latest course in-progress</a:t>
            </a:r>
          </a:p>
          <a:p>
            <a:pPr lvl="2"/>
            <a:r>
              <a:rPr lang="en-IN" dirty="0"/>
              <a:t>Brief Overview</a:t>
            </a:r>
          </a:p>
          <a:p>
            <a:pPr lvl="2"/>
            <a:r>
              <a:rPr lang="en-IN" dirty="0"/>
              <a:t>Continue button – link to the course launch page</a:t>
            </a:r>
          </a:p>
          <a:p>
            <a:pPr lvl="2"/>
            <a:r>
              <a:rPr lang="en-IN" dirty="0"/>
              <a:t>Progress bar with progress 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1C37B-3D95-B6EA-465F-292AE7D69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98861"/>
            <a:ext cx="12192000" cy="39742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DEF017-7BD1-558E-1DBC-5D8A04105448}"/>
              </a:ext>
            </a:extLst>
          </p:cNvPr>
          <p:cNvSpPr/>
          <p:nvPr/>
        </p:nvSpPr>
        <p:spPr>
          <a:xfrm>
            <a:off x="180975" y="98861"/>
            <a:ext cx="3827607" cy="3905250"/>
          </a:xfrm>
          <a:prstGeom prst="rect">
            <a:avLst/>
          </a:prstGeom>
          <a:solidFill>
            <a:schemeClr val="bg2">
              <a:lumMod val="50000"/>
              <a:alpha val="8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506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88F4-3D23-EC2C-197E-9AD94BDDD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A2CB-1330-5FAE-3C08-7816DFB93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4823094"/>
            <a:ext cx="10515600" cy="1847850"/>
          </a:xfrm>
        </p:spPr>
        <p:txBody>
          <a:bodyPr>
            <a:normAutofit fontScale="92500"/>
          </a:bodyPr>
          <a:lstStyle/>
          <a:p>
            <a:r>
              <a:rPr lang="en-IN" dirty="0"/>
              <a:t>Assigned Learning path</a:t>
            </a:r>
            <a:r>
              <a:rPr lang="en-IN"/>
              <a:t>/package - Card </a:t>
            </a:r>
            <a:r>
              <a:rPr lang="en-IN" dirty="0"/>
              <a:t>Component with Dynamic data</a:t>
            </a:r>
          </a:p>
          <a:p>
            <a:pPr lvl="1"/>
            <a:r>
              <a:rPr lang="en-IN" dirty="0"/>
              <a:t>Learning path/package Details- Name, Total Duration, # of courses</a:t>
            </a:r>
          </a:p>
          <a:p>
            <a:pPr lvl="1"/>
            <a:r>
              <a:rPr lang="en-IN" dirty="0"/>
              <a:t>Brief overview</a:t>
            </a:r>
          </a:p>
          <a:p>
            <a:pPr lvl="1"/>
            <a:r>
              <a:rPr lang="en-IN" dirty="0"/>
              <a:t>Link for the learning path/package landing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5ACE7-1821-A15B-4A54-B01F16C8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08"/>
            <a:ext cx="12192000" cy="469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6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379</Words>
  <Application>Microsoft Office PowerPoint</Application>
  <PresentationFormat>Widescreen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Home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Dixit, Gurudatt</dc:creator>
  <cp:lastModifiedBy>Liang, Jiun Yong</cp:lastModifiedBy>
  <cp:revision>2</cp:revision>
  <dcterms:created xsi:type="dcterms:W3CDTF">2026-05-27T08:57:29Z</dcterms:created>
  <dcterms:modified xsi:type="dcterms:W3CDTF">2026-06-22T07:25:48Z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2026-05-27T09:00:03Z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b6009045-f9eb-4a57-93d2-f27e44bdb213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Use - Confidential</vt:lpwstr>
  </property>
</Properties>
</file>